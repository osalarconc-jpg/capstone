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483f9e18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483f9e18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483f9e18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483f9e18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4470650" y="3943500"/>
            <a:ext cx="4490700" cy="99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Integrantes : Brittanny Sepulveda,        Oscar Alarcon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757100" cy="54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3229650" y="3992200"/>
            <a:ext cx="3850200" cy="590700"/>
          </a:xfrm>
          <a:prstGeom prst="roundRect">
            <a:avLst>
              <a:gd fmla="val 16667" name="adj"/>
            </a:avLst>
          </a:prstGeom>
          <a:solidFill>
            <a:srgbClr val="FF28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Integrantes: Brittanny Sepulveda, Oscar Alarcon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Resumen del caso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